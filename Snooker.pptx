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BCAD7F-BA0E-4BFD-B168-6097C7788D10}" v="411" dt="2025-11-26T19:21:28.7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Csipak" userId="10b6620274b26068" providerId="Windows Live" clId="Web-{48BCAD7F-BA0E-4BFD-B168-6097C7788D10}"/>
    <pc:docChg chg="addSld modSld addMainMaster delMainMaster">
      <pc:chgData name="Erik Csipak" userId="10b6620274b26068" providerId="Windows Live" clId="Web-{48BCAD7F-BA0E-4BFD-B168-6097C7788D10}" dt="2025-11-26T19:21:28.766" v="370" actId="20577"/>
      <pc:docMkLst>
        <pc:docMk/>
      </pc:docMkLst>
      <pc:sldChg chg="addSp modSp mod setBg modClrScheme setClrOvrMap chgLayout">
        <pc:chgData name="Erik Csipak" userId="10b6620274b26068" providerId="Windows Live" clId="Web-{48BCAD7F-BA0E-4BFD-B168-6097C7788D10}" dt="2025-11-26T19:07:42.018" v="31" actId="20577"/>
        <pc:sldMkLst>
          <pc:docMk/>
          <pc:sldMk cId="4266748471" sldId="256"/>
        </pc:sldMkLst>
        <pc:spChg chg="mod">
          <ac:chgData name="Erik Csipak" userId="10b6620274b26068" providerId="Windows Live" clId="Web-{48BCAD7F-BA0E-4BFD-B168-6097C7788D10}" dt="2025-11-26T19:06:24.553" v="1" actId="20577"/>
          <ac:spMkLst>
            <pc:docMk/>
            <pc:sldMk cId="4266748471" sldId="256"/>
            <ac:spMk id="2" creationId="{00000000-0000-0000-0000-000000000000}"/>
          </ac:spMkLst>
        </pc:spChg>
        <pc:spChg chg="mod">
          <ac:chgData name="Erik Csipak" userId="10b6620274b26068" providerId="Windows Live" clId="Web-{48BCAD7F-BA0E-4BFD-B168-6097C7788D10}" dt="2025-11-26T19:07:42.018" v="31" actId="20577"/>
          <ac:spMkLst>
            <pc:docMk/>
            <pc:sldMk cId="4266748471" sldId="256"/>
            <ac:spMk id="3" creationId="{00000000-0000-0000-0000-000000000000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9" creationId="{E08D4B6A-8113-4DFB-B82E-B60CAC8E0A50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11" creationId="{9822E561-F97C-4CBB-A9A6-A6BF6317BC84}"/>
          </ac:spMkLst>
        </pc:spChg>
        <pc:spChg chg="add">
          <ac:chgData name="Erik Csipak" userId="10b6620274b26068" providerId="Windows Live" clId="Web-{48BCAD7F-BA0E-4BFD-B168-6097C7788D10}" dt="2025-11-26T19:06:18.598" v="0"/>
          <ac:spMkLst>
            <pc:docMk/>
            <pc:sldMk cId="4266748471" sldId="256"/>
            <ac:spMk id="13" creationId="{B01B0E58-A5C8-4CDA-A2E0-35DF94E59857}"/>
          </ac:spMkLst>
        </pc:spChg>
        <pc:picChg chg="add">
          <ac:chgData name="Erik Csipak" userId="10b6620274b26068" providerId="Windows Live" clId="Web-{48BCAD7F-BA0E-4BFD-B168-6097C7788D10}" dt="2025-11-26T19:06:18.598" v="0"/>
          <ac:picMkLst>
            <pc:docMk/>
            <pc:sldMk cId="4266748471" sldId="256"/>
            <ac:picMk id="4" creationId="{9D879D27-36DA-1D6F-7224-A8D725C3E6C3}"/>
          </ac:picMkLst>
        </pc:picChg>
      </pc:sldChg>
      <pc:sldChg chg="addSp delSp modSp new mod setBg setClrOvrMap">
        <pc:chgData name="Erik Csipak" userId="10b6620274b26068" providerId="Windows Live" clId="Web-{48BCAD7F-BA0E-4BFD-B168-6097C7788D10}" dt="2025-11-26T19:20:54.484" v="350" actId="20577"/>
        <pc:sldMkLst>
          <pc:docMk/>
          <pc:sldMk cId="1155107039" sldId="257"/>
        </pc:sldMkLst>
        <pc:spChg chg="mo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" creationId="{D5A2370A-E440-3469-CA32-3FA7C74E8156}"/>
          </ac:spMkLst>
        </pc:spChg>
        <pc:spChg chg="del">
          <ac:chgData name="Erik Csipak" userId="10b6620274b26068" providerId="Windows Live" clId="Web-{48BCAD7F-BA0E-4BFD-B168-6097C7788D10}" dt="2025-11-26T19:09:14.904" v="94"/>
          <ac:spMkLst>
            <pc:docMk/>
            <pc:sldMk cId="1155107039" sldId="257"/>
            <ac:spMk id="3" creationId="{F604C46D-4950-F788-BA50-2F1B50FF5F52}"/>
          </ac:spMkLst>
        </pc:spChg>
        <pc:spChg chg="mod">
          <ac:chgData name="Erik Csipak" userId="10b6620274b26068" providerId="Windows Live" clId="Web-{48BCAD7F-BA0E-4BFD-B168-6097C7788D10}" dt="2025-11-26T19:20:54.484" v="350" actId="20577"/>
          <ac:spMkLst>
            <pc:docMk/>
            <pc:sldMk cId="1155107039" sldId="257"/>
            <ac:spMk id="4" creationId="{36BFE3D7-FC16-D94D-5558-D6B98768CEED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0" creationId="{E6C8E6EB-4C59-429B-97E4-72A058CFC4FB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2" creationId="{B5B90362-AFCC-46A9-B41C-A257A8C5B314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4" creationId="{F71EF7F1-38BA-471D-8CD4-2A9AE8E35527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6" creationId="{1BB56EB9-078F-4952-AC1F-149C7A0AE4D5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18" creationId="{D3772EE4-ED5E-4D3A-A306-B22CF866786D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0" creationId="{10058680-D07C-4893-B2B7-91543F18AB32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2" creationId="{7B42427A-0A1F-4A55-8705-D9179F1E0CFB}"/>
          </ac:spMkLst>
        </pc:spChg>
        <pc:spChg chg="add">
          <ac:chgData name="Erik Csipak" userId="10b6620274b26068" providerId="Windows Live" clId="Web-{48BCAD7F-BA0E-4BFD-B168-6097C7788D10}" dt="2025-11-26T19:09:25.093" v="96"/>
          <ac:spMkLst>
            <pc:docMk/>
            <pc:sldMk cId="1155107039" sldId="257"/>
            <ac:spMk id="24" creationId="{EE54A6FE-D8CB-48A3-900B-053D4EBD3B85}"/>
          </ac:spMkLst>
        </pc:spChg>
        <pc:picChg chg="add mod ord">
          <ac:chgData name="Erik Csipak" userId="10b6620274b26068" providerId="Windows Live" clId="Web-{48BCAD7F-BA0E-4BFD-B168-6097C7788D10}" dt="2025-11-26T19:09:17.561" v="95" actId="1076"/>
          <ac:picMkLst>
            <pc:docMk/>
            <pc:sldMk cId="1155107039" sldId="257"/>
            <ac:picMk id="5" creationId="{E0345BE6-97BA-6328-2144-CC0F7633F38D}"/>
          </ac:picMkLst>
        </pc:picChg>
      </pc:sldChg>
      <pc:sldChg chg="addSp delSp modSp new">
        <pc:chgData name="Erik Csipak" userId="10b6620274b26068" providerId="Windows Live" clId="Web-{48BCAD7F-BA0E-4BFD-B168-6097C7788D10}" dt="2025-11-26T19:21:07.922" v="353" actId="20577"/>
        <pc:sldMkLst>
          <pc:docMk/>
          <pc:sldMk cId="2216010159" sldId="258"/>
        </pc:sldMkLst>
        <pc:spChg chg="mod">
          <ac:chgData name="Erik Csipak" userId="10b6620274b26068" providerId="Windows Live" clId="Web-{48BCAD7F-BA0E-4BFD-B168-6097C7788D10}" dt="2025-11-26T19:10:09.409" v="114" actId="20577"/>
          <ac:spMkLst>
            <pc:docMk/>
            <pc:sldMk cId="2216010159" sldId="258"/>
            <ac:spMk id="2" creationId="{57A9CE61-0075-A090-46DF-7C1EC055D74E}"/>
          </ac:spMkLst>
        </pc:spChg>
        <pc:spChg chg="mod">
          <ac:chgData name="Erik Csipak" userId="10b6620274b26068" providerId="Windows Live" clId="Web-{48BCAD7F-BA0E-4BFD-B168-6097C7788D10}" dt="2025-11-26T19:10:22.770" v="119" actId="20577"/>
          <ac:spMkLst>
            <pc:docMk/>
            <pc:sldMk cId="2216010159" sldId="258"/>
            <ac:spMk id="3" creationId="{086B0468-1FEF-CD29-3D09-D0AA9D9E51EF}"/>
          </ac:spMkLst>
        </pc:spChg>
        <pc:spChg chg="mod">
          <ac:chgData name="Erik Csipak" userId="10b6620274b26068" providerId="Windows Live" clId="Web-{48BCAD7F-BA0E-4BFD-B168-6097C7788D10}" dt="2025-11-26T19:21:07.922" v="353" actId="20577"/>
          <ac:spMkLst>
            <pc:docMk/>
            <pc:sldMk cId="2216010159" sldId="258"/>
            <ac:spMk id="4" creationId="{3A92CF40-03E1-956E-4ADA-A292E4649515}"/>
          </ac:spMkLst>
        </pc:spChg>
        <pc:spChg chg="del mod">
          <ac:chgData name="Erik Csipak" userId="10b6620274b26068" providerId="Windows Live" clId="Web-{48BCAD7F-BA0E-4BFD-B168-6097C7788D10}" dt="2025-11-26T19:11:26.665" v="178"/>
          <ac:spMkLst>
            <pc:docMk/>
            <pc:sldMk cId="2216010159" sldId="258"/>
            <ac:spMk id="5" creationId="{E7F34462-9C9D-AE0A-4F6C-683D5A517739}"/>
          </ac:spMkLst>
        </pc:spChg>
        <pc:spChg chg="del">
          <ac:chgData name="Erik Csipak" userId="10b6620274b26068" providerId="Windows Live" clId="Web-{48BCAD7F-BA0E-4BFD-B168-6097C7788D10}" dt="2025-11-26T19:10:37.099" v="128"/>
          <ac:spMkLst>
            <pc:docMk/>
            <pc:sldMk cId="2216010159" sldId="258"/>
            <ac:spMk id="6" creationId="{746656DF-A1FC-8168-1207-5A75BDC0E82F}"/>
          </ac:spMkLst>
        </pc:spChg>
        <pc:spChg chg="add del mod">
          <ac:chgData name="Erik Csipak" userId="10b6620274b26068" providerId="Windows Live" clId="Web-{48BCAD7F-BA0E-4BFD-B168-6097C7788D10}" dt="2025-11-26T19:12:34.998" v="189"/>
          <ac:spMkLst>
            <pc:docMk/>
            <pc:sldMk cId="2216010159" sldId="258"/>
            <ac:spMk id="9" creationId="{3D82BDEA-A96A-6D8F-FD42-1B78C306E348}"/>
          </ac:spMkLst>
        </pc:spChg>
        <pc:spChg chg="add del mod">
          <ac:chgData name="Erik Csipak" userId="10b6620274b26068" providerId="Windows Live" clId="Web-{48BCAD7F-BA0E-4BFD-B168-6097C7788D10}" dt="2025-11-26T19:12:31.841" v="188"/>
          <ac:spMkLst>
            <pc:docMk/>
            <pc:sldMk cId="2216010159" sldId="258"/>
            <ac:spMk id="11" creationId="{3FA46B79-E788-9876-C702-D6D5E32EE220}"/>
          </ac:spMkLst>
        </pc:spChg>
        <pc:picChg chg="add del mod ord">
          <ac:chgData name="Erik Csipak" userId="10b6620274b26068" providerId="Windows Live" clId="Web-{48BCAD7F-BA0E-4BFD-B168-6097C7788D10}" dt="2025-11-26T19:11:27.118" v="179"/>
          <ac:picMkLst>
            <pc:docMk/>
            <pc:sldMk cId="2216010159" sldId="258"/>
            <ac:picMk id="7" creationId="{0EC2D120-6044-8100-7917-9D9AC5A1084E}"/>
          </ac:picMkLst>
        </pc:picChg>
        <pc:picChg chg="add mod ord modCrop">
          <ac:chgData name="Erik Csipak" userId="10b6620274b26068" providerId="Windows Live" clId="Web-{48BCAD7F-BA0E-4BFD-B168-6097C7788D10}" dt="2025-11-26T19:16:01.585" v="216" actId="1076"/>
          <ac:picMkLst>
            <pc:docMk/>
            <pc:sldMk cId="2216010159" sldId="258"/>
            <ac:picMk id="12" creationId="{5AC581F4-C15C-3EA1-AD05-C231E5A5560A}"/>
          </ac:picMkLst>
        </pc:picChg>
        <pc:picChg chg="add mod modCrop">
          <ac:chgData name="Erik Csipak" userId="10b6620274b26068" providerId="Windows Live" clId="Web-{48BCAD7F-BA0E-4BFD-B168-6097C7788D10}" dt="2025-11-26T19:16:02.882" v="217" actId="1076"/>
          <ac:picMkLst>
            <pc:docMk/>
            <pc:sldMk cId="2216010159" sldId="258"/>
            <ac:picMk id="13" creationId="{B0312950-F1EB-A742-25B6-A2404B997221}"/>
          </ac:picMkLst>
        </pc:picChg>
        <pc:picChg chg="add mod">
          <ac:chgData name="Erik Csipak" userId="10b6620274b26068" providerId="Windows Live" clId="Web-{48BCAD7F-BA0E-4BFD-B168-6097C7788D10}" dt="2025-11-26T19:16:05.616" v="218" actId="1076"/>
          <ac:picMkLst>
            <pc:docMk/>
            <pc:sldMk cId="2216010159" sldId="258"/>
            <ac:picMk id="14" creationId="{EEFA49DB-4F3A-340C-FD63-3C5FC33C4EE7}"/>
          </ac:picMkLst>
        </pc:picChg>
      </pc:sldChg>
      <pc:sldChg chg="addSp delSp modSp new mod setBg">
        <pc:chgData name="Erik Csipak" userId="10b6620274b26068" providerId="Windows Live" clId="Web-{48BCAD7F-BA0E-4BFD-B168-6097C7788D10}" dt="2025-11-26T19:21:28.766" v="370" actId="20577"/>
        <pc:sldMkLst>
          <pc:docMk/>
          <pc:sldMk cId="841660123" sldId="259"/>
        </pc:sldMkLst>
        <pc:spChg chg="mod or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" creationId="{4576A28E-6C87-475B-1950-8C853609275A}"/>
          </ac:spMkLst>
        </pc:spChg>
        <pc:spChg chg="del">
          <ac:chgData name="Erik Csipak" userId="10b6620274b26068" providerId="Windows Live" clId="Web-{48BCAD7F-BA0E-4BFD-B168-6097C7788D10}" dt="2025-11-26T19:17:19.291" v="260"/>
          <ac:spMkLst>
            <pc:docMk/>
            <pc:sldMk cId="841660123" sldId="259"/>
            <ac:spMk id="3" creationId="{D5A8B97A-C2A5-CD46-C0DF-C9ED396B3B1C}"/>
          </ac:spMkLst>
        </pc:spChg>
        <pc:spChg chg="mod ord">
          <ac:chgData name="Erik Csipak" userId="10b6620274b26068" providerId="Windows Live" clId="Web-{48BCAD7F-BA0E-4BFD-B168-6097C7788D10}" dt="2025-11-26T19:21:28.766" v="370" actId="20577"/>
          <ac:spMkLst>
            <pc:docMk/>
            <pc:sldMk cId="841660123" sldId="259"/>
            <ac:spMk id="4" creationId="{9A899203-4DA5-59B7-38AF-8F777D5D8A6C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1" creationId="{910015B9-6046-41B8-83BD-71778D2F9798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3" creationId="{53908232-52E2-4794-A6C1-54300FB98919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5" creationId="{D2B9299F-BED7-44C5-9CC5-E542F9193C2F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17" creationId="{00401440-1DC9-4C9E-A3BA-4DECEEB46503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1" creationId="{36B822CC-7DA9-4417-AA94-64CEB676F0B8}"/>
          </ac:spMkLst>
        </pc:spChg>
        <pc:spChg chg="add">
          <ac:chgData name="Erik Csipak" userId="10b6620274b26068" providerId="Windows Live" clId="Web-{48BCAD7F-BA0E-4BFD-B168-6097C7788D10}" dt="2025-11-26T19:18:12.824" v="274"/>
          <ac:spMkLst>
            <pc:docMk/>
            <pc:sldMk cId="841660123" sldId="259"/>
            <ac:spMk id="23" creationId="{AFA01E88-71CC-4FF3-9E81-51E0C32B45E4}"/>
          </ac:spMkLst>
        </pc:spChg>
        <pc:picChg chg="add mod ord modCrop">
          <ac:chgData name="Erik Csipak" userId="10b6620274b26068" providerId="Windows Live" clId="Web-{48BCAD7F-BA0E-4BFD-B168-6097C7788D10}" dt="2025-11-26T19:18:12.824" v="274"/>
          <ac:picMkLst>
            <pc:docMk/>
            <pc:sldMk cId="841660123" sldId="259"/>
            <ac:picMk id="5" creationId="{BC64E0EA-15B9-5BF7-9D39-036DB23E3045}"/>
          </ac:picMkLst>
        </pc:picChg>
        <pc:picChg chg="add mod modCrop">
          <ac:chgData name="Erik Csipak" userId="10b6620274b26068" providerId="Windows Live" clId="Web-{48BCAD7F-BA0E-4BFD-B168-6097C7788D10}" dt="2025-11-26T19:18:12.824" v="274"/>
          <ac:picMkLst>
            <pc:docMk/>
            <pc:sldMk cId="841660123" sldId="259"/>
            <ac:picMk id="6" creationId="{3455D18D-3879-84DA-DB51-40A85C818212}"/>
          </ac:picMkLst>
        </pc:picChg>
      </pc:sldChg>
      <pc:sldChg chg="addSp delSp modSp new mod setBg">
        <pc:chgData name="Erik Csipak" userId="10b6620274b26068" providerId="Windows Live" clId="Web-{48BCAD7F-BA0E-4BFD-B168-6097C7788D10}" dt="2025-11-26T19:20:13.061" v="325"/>
        <pc:sldMkLst>
          <pc:docMk/>
          <pc:sldMk cId="3114181186" sldId="260"/>
        </pc:sldMkLst>
        <pc:spChg chg="mo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" creationId="{A109E9D4-C144-1FC3-FEDE-ED8D7E7BC0A1}"/>
          </ac:spMkLst>
        </pc:spChg>
        <pc:spChg chg="del">
          <ac:chgData name="Erik Csipak" userId="10b6620274b26068" providerId="Windows Live" clId="Web-{48BCAD7F-BA0E-4BFD-B168-6097C7788D10}" dt="2025-11-26T19:19:02.919" v="302"/>
          <ac:spMkLst>
            <pc:docMk/>
            <pc:sldMk cId="3114181186" sldId="260"/>
            <ac:spMk id="3" creationId="{3FD52049-D8C6-700F-C430-484CD28DDC75}"/>
          </ac:spMkLst>
        </pc:spChg>
        <pc:spChg chg="add mo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5" creationId="{8A42F8CD-F2AA-EC6D-E967-A8E9353F048C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1" creationId="{910015B9-6046-41B8-83BD-71778D2F9798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3" creationId="{53908232-52E2-4794-A6C1-54300FB98919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5" creationId="{D2B9299F-BED7-44C5-9CC5-E542F9193C2F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7" creationId="{E9DDF273-E040-4765-AD05-872458E1370A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19" creationId="{D6D7A0BC-0046-4CAA-8E7F-DCAFE511EA0E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1" creationId="{E7C6334F-6411-41EC-AD7D-179EDD8B58CB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3" creationId="{E6B02CEE-3AF8-4349-9B3E-8970E6DF62B3}"/>
          </ac:spMkLst>
        </pc:spChg>
        <pc:spChg chg="add">
          <ac:chgData name="Erik Csipak" userId="10b6620274b26068" providerId="Windows Live" clId="Web-{48BCAD7F-BA0E-4BFD-B168-6097C7788D10}" dt="2025-11-26T19:20:13.061" v="325"/>
          <ac:spMkLst>
            <pc:docMk/>
            <pc:sldMk cId="3114181186" sldId="260"/>
            <ac:spMk id="25" creationId="{AAA01CF0-3FB5-44EB-B7DE-F2E86374C2FB}"/>
          </ac:spMkLst>
        </pc:spChg>
        <pc:picChg chg="add mod ord">
          <ac:chgData name="Erik Csipak" userId="10b6620274b26068" providerId="Windows Live" clId="Web-{48BCAD7F-BA0E-4BFD-B168-6097C7788D10}" dt="2025-11-26T19:19:05.325" v="303" actId="1076"/>
          <ac:picMkLst>
            <pc:docMk/>
            <pc:sldMk cId="3114181186" sldId="260"/>
            <ac:picMk id="4" creationId="{3B348F20-802C-54EE-4E75-1A75AC087168}"/>
          </ac:picMkLst>
        </pc:picChg>
        <pc:picChg chg="add mod">
          <ac:chgData name="Erik Csipak" userId="10b6620274b26068" providerId="Windows Live" clId="Web-{48BCAD7F-BA0E-4BFD-B168-6097C7788D10}" dt="2025-11-26T19:20:02.561" v="324" actId="1076"/>
          <ac:picMkLst>
            <pc:docMk/>
            <pc:sldMk cId="3114181186" sldId="260"/>
            <ac:picMk id="6" creationId="{AE335F34-9CF1-8864-28C8-CAFDD9A08133}"/>
          </ac:picMkLst>
        </pc:picChg>
      </pc:sldChg>
      <pc:sldChg chg="addSp modSp new">
        <pc:chgData name="Erik Csipak" userId="10b6620274b26068" providerId="Windows Live" clId="Web-{48BCAD7F-BA0E-4BFD-B168-6097C7788D10}" dt="2025-11-26T19:20:36.155" v="332" actId="1076"/>
        <pc:sldMkLst>
          <pc:docMk/>
          <pc:sldMk cId="194421309" sldId="261"/>
        </pc:sldMkLst>
        <pc:spChg chg="add mod">
          <ac:chgData name="Erik Csipak" userId="10b6620274b26068" providerId="Windows Live" clId="Web-{48BCAD7F-BA0E-4BFD-B168-6097C7788D10}" dt="2025-11-26T19:20:36.155" v="332" actId="1076"/>
          <ac:spMkLst>
            <pc:docMk/>
            <pc:sldMk cId="194421309" sldId="261"/>
            <ac:spMk id="2" creationId="{E84A3881-7F2F-EA6B-1357-C3B946A10C0B}"/>
          </ac:spMkLst>
        </pc:spChg>
      </pc:sldChg>
      <pc:sldMasterChg chg="del delSldLayout">
        <pc:chgData name="Erik Csipak" userId="10b6620274b26068" providerId="Windows Live" clId="Web-{48BCAD7F-BA0E-4BFD-B168-6097C7788D10}" dt="2025-11-26T19:06:18.598" v="0"/>
        <pc:sldMasterMkLst>
          <pc:docMk/>
          <pc:sldMasterMk cId="798062927" sldId="2147483648"/>
        </pc:sldMasterMkLst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331746569" sldId="2147483649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810502996" sldId="2147483650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356358126" sldId="2147483651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24695496" sldId="2147483652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429168541" sldId="2147483653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3997832783" sldId="2147483654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078127673" sldId="2147483655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2903084306" sldId="2147483656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883066043" sldId="2147483657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663091269" sldId="2147483658"/>
          </pc:sldLayoutMkLst>
        </pc:sldLayoutChg>
        <pc:sldLayoutChg chg="del">
          <pc:chgData name="Erik Csipak" userId="10b6620274b26068" providerId="Windows Live" clId="Web-{48BCAD7F-BA0E-4BFD-B168-6097C7788D10}" dt="2025-11-26T19:06:18.598" v="0"/>
          <pc:sldLayoutMkLst>
            <pc:docMk/>
            <pc:sldMasterMk cId="798062927" sldId="2147483648"/>
            <pc:sldLayoutMk cId="1772255771" sldId="2147483659"/>
          </pc:sldLayoutMkLst>
        </pc:sldLayoutChg>
      </pc:sldMasterChg>
      <pc:sldMasterChg chg="add addSldLayout">
        <pc:chgData name="Erik Csipak" userId="10b6620274b26068" providerId="Windows Live" clId="Web-{48BCAD7F-BA0E-4BFD-B168-6097C7788D10}" dt="2025-11-26T19:06:18.598" v="0"/>
        <pc:sldMasterMkLst>
          <pc:docMk/>
          <pc:sldMasterMk cId="45136931" sldId="2147483751"/>
        </pc:sldMasterMkLst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518877611" sldId="2147483740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2768567" sldId="2147483741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507805453" sldId="2147483742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2994102431" sldId="2147483743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3774185887" sldId="2147483744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277602948" sldId="2147483745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742536758" sldId="2147483746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1725310962" sldId="2147483747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229519535" sldId="2147483748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3921944467" sldId="2147483749"/>
          </pc:sldLayoutMkLst>
        </pc:sldLayoutChg>
        <pc:sldLayoutChg chg="add">
          <pc:chgData name="Erik Csipak" userId="10b6620274b26068" providerId="Windows Live" clId="Web-{48BCAD7F-BA0E-4BFD-B168-6097C7788D10}" dt="2025-11-26T19:06:18.598" v="0"/>
          <pc:sldLayoutMkLst>
            <pc:docMk/>
            <pc:sldMasterMk cId="45136931" sldId="2147483751"/>
            <pc:sldLayoutMk cId="579489563" sldId="214748375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536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3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19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4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48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185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877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8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05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10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602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513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44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38620" y="863695"/>
            <a:ext cx="3511233" cy="3779995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tx1"/>
                </a:solidFill>
              </a:rPr>
              <a:t>Snooker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638621" y="4739780"/>
            <a:ext cx="3511233" cy="1147054"/>
          </a:xfrm>
        </p:spPr>
        <p:txBody>
          <a:bodyPr anchor="t">
            <a:normAutofit fontScale="92500"/>
          </a:bodyPr>
          <a:lstStyle/>
          <a:p>
            <a:r>
              <a:rPr lang="hu-HU" sz="2200" dirty="0" err="1"/>
              <a:t>Csipak</a:t>
            </a:r>
            <a:r>
              <a:rPr lang="hu-HU" sz="2200" dirty="0"/>
              <a:t> Erik, </a:t>
            </a:r>
            <a:r>
              <a:rPr lang="hu-HU" sz="2200" dirty="0" err="1"/>
              <a:t>Raucsik</a:t>
            </a:r>
            <a:r>
              <a:rPr lang="hu-HU" sz="2200" dirty="0"/>
              <a:t> </a:t>
            </a:r>
            <a:r>
              <a:rPr lang="hu-HU" sz="2200" dirty="0" err="1"/>
              <a:t>attila</a:t>
            </a:r>
            <a:r>
              <a:rPr lang="hu-HU" sz="2200" dirty="0"/>
              <a:t>, Beszédes </a:t>
            </a:r>
            <a:r>
              <a:rPr lang="hu-HU" sz="2200" dirty="0" err="1"/>
              <a:t>bence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Spheres fehér effektus">
            <a:extLst>
              <a:ext uri="{FF2B5EF4-FFF2-40B4-BE49-F238E27FC236}">
                <a16:creationId xmlns:a16="http://schemas.microsoft.com/office/drawing/2014/main" id="{9D879D27-36DA-1D6F-7224-A8D725C3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95" r="-10" b="-10"/>
          <a:stretch>
            <a:fillRect/>
          </a:stretch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48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5A2370A-E440-3469-CA32-3FA7C74E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A csapat szerveződése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6BFE3D7-FC16-D94D-5558-D6B98768CE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 err="1"/>
              <a:t>Csipak</a:t>
            </a:r>
            <a:r>
              <a:rPr lang="en-US" dirty="0"/>
              <a:t> Erik - </a:t>
            </a:r>
            <a:r>
              <a:rPr lang="en-US" dirty="0" err="1"/>
              <a:t>Labdák</a:t>
            </a:r>
            <a:r>
              <a:rPr lang="en-US" dirty="0"/>
              <a:t> </a:t>
            </a:r>
            <a:r>
              <a:rPr lang="en-US" dirty="0" err="1"/>
              <a:t>szegmentálása</a:t>
            </a:r>
            <a:r>
              <a:rPr lang="en-US" dirty="0"/>
              <a:t>, </a:t>
            </a:r>
            <a:r>
              <a:rPr lang="en-US" dirty="0" err="1"/>
              <a:t>pozíciók</a:t>
            </a:r>
            <a:r>
              <a:rPr lang="en-US" dirty="0"/>
              <a:t> </a:t>
            </a:r>
            <a:r>
              <a:rPr lang="en-US" dirty="0" err="1"/>
              <a:t>mapbe</a:t>
            </a:r>
            <a:r>
              <a:rPr lang="en-US" dirty="0"/>
              <a:t> </a:t>
            </a:r>
            <a:r>
              <a:rPr lang="en-US" dirty="0" err="1"/>
              <a:t>gyűjtése</a:t>
            </a:r>
            <a:endParaRPr lang="hu-HU" dirty="0" err="1"/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 err="1"/>
              <a:t>Raucsik</a:t>
            </a:r>
            <a:r>
              <a:rPr lang="en-US" dirty="0"/>
              <a:t> Attila - </a:t>
            </a:r>
            <a:r>
              <a:rPr lang="en-US" i="1" dirty="0"/>
              <a:t>ide </a:t>
            </a:r>
            <a:r>
              <a:rPr lang="en-US" i="1" dirty="0" err="1"/>
              <a:t>folytasd</a:t>
            </a:r>
          </a:p>
          <a:p>
            <a:pPr marL="285750" indent="-285750">
              <a:buFont typeface="Calibri" panose="05020102010507070707" pitchFamily="18" charset="2"/>
              <a:buChar char="-"/>
            </a:pPr>
            <a:r>
              <a:rPr lang="en-US" dirty="0"/>
              <a:t>Beszédes Bence – </a:t>
            </a:r>
            <a:r>
              <a:rPr lang="en-US" i="1" dirty="0"/>
              <a:t>ide </a:t>
            </a:r>
            <a:r>
              <a:rPr lang="en-US" i="1" err="1"/>
              <a:t>folytasd</a:t>
            </a:r>
            <a:endParaRPr lang="hu-HU" i="1" err="1"/>
          </a:p>
        </p:txBody>
      </p:sp>
      <p:pic>
        <p:nvPicPr>
          <p:cNvPr id="5" name="Tartalom helye 4" descr="A képen labda, Beltéri játékok és sportok, sport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E0345BE6-97BA-6328-2144-CC0F7633F3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40" b="15205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1070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A9CE61-0075-A090-46DF-7C1EC055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86B0468-1FEF-CD29-3D09-D0AA9D9E5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Koncepció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A92CF40-03E1-956E-4ADA-A292E46495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cv2, </a:t>
            </a:r>
            <a:r>
              <a:rPr lang="hu-HU" dirty="0" err="1"/>
              <a:t>numpy</a:t>
            </a:r>
            <a:endParaRPr lang="hu-HU" dirty="0"/>
          </a:p>
          <a:p>
            <a:pPr marL="342900" indent="-342900">
              <a:buAutoNum type="arabicPeriod"/>
            </a:pPr>
            <a:r>
              <a:rPr lang="hu-HU" dirty="0" err="1"/>
              <a:t>Frame</a:t>
            </a:r>
            <a:r>
              <a:rPr lang="hu-HU" dirty="0"/>
              <a:t> normalizálása</a:t>
            </a:r>
          </a:p>
          <a:p>
            <a:pPr marL="342900" indent="-342900">
              <a:buAutoNum type="arabicPeriod"/>
            </a:pPr>
            <a:r>
              <a:rPr lang="hu-HU" dirty="0"/>
              <a:t>Labdák detektálása, </a:t>
            </a:r>
            <a:r>
              <a:rPr lang="hu-HU" i="1" dirty="0"/>
              <a:t>map</a:t>
            </a:r>
            <a:r>
              <a:rPr lang="hu-HU" dirty="0"/>
              <a:t>be gyűjtése</a:t>
            </a:r>
          </a:p>
          <a:p>
            <a:pPr marL="342900" indent="-342900">
              <a:buAutoNum type="arabicPeriod"/>
            </a:pPr>
            <a:r>
              <a:rPr lang="hu-HU" i="1" dirty="0"/>
              <a:t>Ide folytasd...</a:t>
            </a:r>
          </a:p>
        </p:txBody>
      </p:sp>
      <p:pic>
        <p:nvPicPr>
          <p:cNvPr id="12" name="Tartalom helye 11" descr="A képen képernyőkép, 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5AC581F4-C15C-3EA1-AD05-C231E5A5560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t="6513" r="-210"/>
          <a:stretch>
            <a:fillRect/>
          </a:stretch>
        </p:blipFill>
        <p:spPr>
          <a:xfrm>
            <a:off x="7744093" y="122268"/>
            <a:ext cx="4073551" cy="2211483"/>
          </a:xfrm>
          <a:prstGeom prst="rect">
            <a:avLst/>
          </a:prstGeom>
        </p:spPr>
      </p:pic>
      <p:pic>
        <p:nvPicPr>
          <p:cNvPr id="13" name="Kép 12" descr="A képen asztal, biliárdasztal, Filc, Játékok látható&#10;&#10;Lehet, hogy az AI által létrehozott tartalom helytelen.">
            <a:extLst>
              <a:ext uri="{FF2B5EF4-FFF2-40B4-BE49-F238E27FC236}">
                <a16:creationId xmlns:a16="http://schemas.microsoft.com/office/drawing/2014/main" id="{B0312950-F1EB-A742-25B6-A2404B9972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5" t="6296" r="284" b="-370"/>
          <a:stretch>
            <a:fillRect/>
          </a:stretch>
        </p:blipFill>
        <p:spPr>
          <a:xfrm>
            <a:off x="7744094" y="2331650"/>
            <a:ext cx="4077692" cy="2204136"/>
          </a:xfrm>
          <a:prstGeom prst="rect">
            <a:avLst/>
          </a:prstGeom>
        </p:spPr>
      </p:pic>
      <p:pic>
        <p:nvPicPr>
          <p:cNvPr id="14" name="Kép 13" descr="A képen asztal, Játékok, Filc, Pihenőszoba látható&#10;&#10;Lehet, hogy az AI által létrehozott tartalom helytelen.">
            <a:extLst>
              <a:ext uri="{FF2B5EF4-FFF2-40B4-BE49-F238E27FC236}">
                <a16:creationId xmlns:a16="http://schemas.microsoft.com/office/drawing/2014/main" id="{EEFA49DB-4F3A-340C-FD63-3C5FC33C4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906" y="4393065"/>
            <a:ext cx="4087587" cy="230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010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401440-1DC9-4C9E-A3BA-4DECEEB46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Tartalom helye 4" descr="A képen képernyőkép, fekete látható&#10;&#10;Lehet, hogy az AI által létrehozott tartalom helytelen.">
            <a:extLst>
              <a:ext uri="{FF2B5EF4-FFF2-40B4-BE49-F238E27FC236}">
                <a16:creationId xmlns:a16="http://schemas.microsoft.com/office/drawing/2014/main" id="{BC64E0EA-15B9-5BF7-9D39-036DB23E3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429" b="171"/>
          <a:stretch>
            <a:fillRect/>
          </a:stretch>
        </p:blipFill>
        <p:spPr>
          <a:xfrm>
            <a:off x="441139" y="774965"/>
            <a:ext cx="5331481" cy="296808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E3F140-02CB-4BBC-ABC0-8BF046C9D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436050"/>
            <a:ext cx="0" cy="1645920"/>
          </a:xfrm>
          <a:prstGeom prst="line">
            <a:avLst/>
          </a:prstGeom>
          <a:ln w="19050">
            <a:solidFill>
              <a:srgbClr val="4653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Kép 5" descr="A képen képernyőkép, fekete, sötétség, szöveg látható&#10;&#10;Lehet, hogy az AI által létrehozott tartalom helytelen.">
            <a:extLst>
              <a:ext uri="{FF2B5EF4-FFF2-40B4-BE49-F238E27FC236}">
                <a16:creationId xmlns:a16="http://schemas.microsoft.com/office/drawing/2014/main" id="{3455D18D-3879-84DA-DB51-40A85C8182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4" t="3395" r="-125" b="309"/>
          <a:stretch>
            <a:fillRect/>
          </a:stretch>
        </p:blipFill>
        <p:spPr>
          <a:xfrm>
            <a:off x="6417735" y="772811"/>
            <a:ext cx="5331478" cy="2972398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6B822CC-7DA9-4417-AA94-64CEB676F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219240"/>
            <a:ext cx="11301984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A01E88-71CC-4FF3-9E81-51E0C32B4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234" y="4359623"/>
            <a:ext cx="11303626" cy="2051143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576A28E-6C87-475B-1950-8C853609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00" y="4596992"/>
            <a:ext cx="3353432" cy="16070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0" kern="1200" cap="all">
                <a:latin typeface="+mj-lt"/>
                <a:ea typeface="+mj-ea"/>
                <a:cs typeface="+mj-cs"/>
              </a:rPr>
              <a:t>Szegmentálás 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A899203-4DA5-59B7-38AF-8F777D5D8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71491" y="4596992"/>
            <a:ext cx="7240909" cy="16070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err="1"/>
              <a:t>Nehézségek</a:t>
            </a:r>
            <a:r>
              <a:rPr lang="en-US" dirty="0"/>
              <a:t>:</a:t>
            </a:r>
            <a:endParaRPr lang="hu-HU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Nem </a:t>
            </a:r>
            <a:r>
              <a:rPr lang="en-US" dirty="0" err="1"/>
              <a:t>egységes</a:t>
            </a:r>
            <a:r>
              <a:rPr lang="en-US" dirty="0"/>
              <a:t> </a:t>
            </a:r>
            <a:r>
              <a:rPr lang="en-US" dirty="0" err="1"/>
              <a:t>színkép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 err="1"/>
              <a:t>Benyúló</a:t>
            </a:r>
            <a:r>
              <a:rPr lang="en-US" dirty="0"/>
              <a:t> </a:t>
            </a:r>
            <a:r>
              <a:rPr lang="en-US" dirty="0" err="1"/>
              <a:t>kezek</a:t>
            </a:r>
            <a:endParaRPr lang="en-US" dirty="0"/>
          </a:p>
          <a:p>
            <a:pPr marL="285750" indent="-285750">
              <a:lnSpc>
                <a:spcPct val="110000"/>
              </a:lnSpc>
              <a:buFont typeface="Calibri" panose="05020102010507070707" pitchFamily="18" charset="2"/>
              <a:buChar char="-"/>
            </a:pPr>
            <a:r>
              <a:rPr lang="en-US" dirty="0"/>
              <a:t>Torz </a:t>
            </a:r>
            <a:r>
              <a:rPr lang="en-US" dirty="0" err="1"/>
              <a:t>kép</a:t>
            </a:r>
            <a:r>
              <a:rPr lang="en-US" dirty="0"/>
              <a:t> (</a:t>
            </a:r>
            <a:r>
              <a:rPr lang="en-US" dirty="0" err="1"/>
              <a:t>lencse</a:t>
            </a:r>
            <a:r>
              <a:rPr lang="en-US" dirty="0"/>
              <a:t> </a:t>
            </a:r>
            <a:r>
              <a:rPr lang="en-US" dirty="0" err="1"/>
              <a:t>effektus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1660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10015B9-6046-41B8-83BD-71778D2F9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908232-52E2-4794-A6C1-54300FB989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9299F-BED7-44C5-9CC5-E542F9193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DDF273-E040-4765-AD05-872458E1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109E9D4-C144-1FC3-FEDE-ED8D7E7BC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1020431"/>
            <a:ext cx="10993549" cy="14750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A zöld szín, és egy lehetséges kiküszöbölés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A42F8CD-F2AA-EC6D-E967-A8E9353F048C}"/>
              </a:ext>
            </a:extLst>
          </p:cNvPr>
          <p:cNvSpPr txBox="1"/>
          <p:nvPr/>
        </p:nvSpPr>
        <p:spPr>
          <a:xfrm>
            <a:off x="581194" y="2495445"/>
            <a:ext cx="10993546" cy="46823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600" cap="all">
                <a:solidFill>
                  <a:schemeClr val="accent1"/>
                </a:solidFill>
              </a:rPr>
              <a:t>Automatikus határérték-megállapítás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4" name="Tartalom helye 3" descr="A képen képernyőkép, Téglalap látható&#10;&#10;Lehet, hogy az AI által létrehozott tartalom helytelen.">
            <a:extLst>
              <a:ext uri="{FF2B5EF4-FFF2-40B4-BE49-F238E27FC236}">
                <a16:creationId xmlns:a16="http://schemas.microsoft.com/office/drawing/2014/main" id="{3B348F20-802C-54EE-4E75-1A75AC087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8733" y="3139186"/>
            <a:ext cx="5486400" cy="3195828"/>
          </a:xfrm>
          <a:prstGeom prst="rect">
            <a:avLst/>
          </a:prstGeom>
        </p:spPr>
      </p:pic>
      <p:pic>
        <p:nvPicPr>
          <p:cNvPr id="6" name="Kép 5" descr="A képen szöveg, képernyőkép, Színesség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AE335F34-9CF1-8864-28C8-CAFDD9A08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7" y="3378473"/>
            <a:ext cx="5486400" cy="270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81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E84A3881-7F2F-EA6B-1357-C3B946A10C0B}"/>
              </a:ext>
            </a:extLst>
          </p:cNvPr>
          <p:cNvSpPr txBox="1"/>
          <p:nvPr/>
        </p:nvSpPr>
        <p:spPr>
          <a:xfrm>
            <a:off x="4724400" y="3243942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i="1" dirty="0"/>
              <a:t>Ide folytasd...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442130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Univers Condensed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Univers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Szélesvásznú</PresentationFormat>
  <Paragraphs>0</Paragraphs>
  <Slides>6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7" baseType="lpstr">
      <vt:lpstr>DividendVTI</vt:lpstr>
      <vt:lpstr>Snooker</vt:lpstr>
      <vt:lpstr>A csapat szerveződése</vt:lpstr>
      <vt:lpstr>Megvalósítás</vt:lpstr>
      <vt:lpstr>Szegmentálás </vt:lpstr>
      <vt:lpstr>A zöld szín, és egy lehetséges kiküszöbölés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93</cp:revision>
  <dcterms:created xsi:type="dcterms:W3CDTF">2025-11-26T19:05:45Z</dcterms:created>
  <dcterms:modified xsi:type="dcterms:W3CDTF">2025-11-26T19:21:29Z</dcterms:modified>
</cp:coreProperties>
</file>